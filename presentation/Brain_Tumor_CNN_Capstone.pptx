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0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02F"/>
                </a:solidFill>
                <a:latin typeface="+mn-lt"/>
              </a:rPr>
              <a:t>Per-class test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glioma</c:v>
                  </c:pt>
                  <c:pt idx="1">
                    <c:v>meningioma</c:v>
                  </c:pt>
                  <c:pt idx="2">
                    <c:v>notumor</c:v>
                  </c:pt>
                  <c:pt idx="3">
                    <c:v>pituitary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0.908</c:v>
                </c:pt>
                <c:pt idx="2">
                  <c:v>0.93</c:v>
                </c:pt>
                <c:pt idx="3">
                  <c:v>0.99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glioma</c:v>
                  </c:pt>
                  <c:pt idx="1">
                    <c:v>meningioma</c:v>
                  </c:pt>
                  <c:pt idx="2">
                    <c:v>notumor</c:v>
                  </c:pt>
                  <c:pt idx="3">
                    <c:v>pituitary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</c:v>
                </c:pt>
                <c:pt idx="1">
                  <c:v>0.985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glioma</c:v>
                  </c:pt>
                  <c:pt idx="1">
                    <c:v>meningioma</c:v>
                  </c:pt>
                  <c:pt idx="2">
                    <c:v>notumor</c:v>
                  </c:pt>
                  <c:pt idx="3">
                    <c:v>pituitary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0.907</c:v>
                </c:pt>
                <c:pt idx="1">
                  <c:v>0.945</c:v>
                </c:pt>
                <c:pt idx="2">
                  <c:v>0.964</c:v>
                </c:pt>
                <c:pt idx="3">
                  <c:v>0.995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220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0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D5E2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20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the instructor. Fill in the blanks on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labels. This is a learning project, not a clinical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Training: 1,400 per class. Testing: 400 per class. State the dataset source and licence.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Augmentation is applied to training images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accuracy of 99.73% is the maximum over folds and epochs, so it is optimistic; the test set is the honest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Pituitary and notumor are near perfect. Glioma recall is the lowest number on the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accuracy (up to 99.7%) is much higher than test accuracy (95.4%). Possible causes: distribution shift between train and test, or slices from the same patient across folds.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 live demo here if possible: one image per class. Replace the placeholders with real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states what they built. Point to their issues and pull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Share both repository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870509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 MRI Classification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with transfer learning  |  Batch F Capstone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48640" y="3200400"/>
            <a:ext cx="804672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33756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____________________   Reg. No.: ____________________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____________________   Instructor: ____________________</a:t>
            </a:r>
            <a:endParaRPr lang="en-US" sz="16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classes, one classifier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2588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7337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of the brain's glial cells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560320" y="132588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2788920" y="15544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142" y="17337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of the membranes around the brain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32588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489204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262" y="173370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of the pituitary gland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766560" y="1325880"/>
            <a:ext cx="1920240" cy="2514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"/>
          <p:cNvSpPr/>
          <p:nvPr/>
        </p:nvSpPr>
        <p:spPr>
          <a:xfrm>
            <a:off x="6995160" y="1554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382" y="173370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scan, no tumor present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assign each MRI slice to exactly one of these four categories.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balanced 7,200-image dataset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29184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images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12648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balanced: 1,400 training and 400 test images in every class.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Kaggle, tombackert/brain-tumor-mri-data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From raw MRI to prediction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num"/>
          <p:cNvSpPr/>
          <p:nvPr/>
        </p:nvSpPr>
        <p:spPr>
          <a:xfrm>
            <a:off x="566928" y="13533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280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to 3 channels, resize to 224 x 224, ImageNet normalisation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192024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-num"/>
          <p:cNvSpPr/>
          <p:nvPr/>
        </p:nvSpPr>
        <p:spPr>
          <a:xfrm>
            <a:off x="566928" y="19933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920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flip, rotation up to 10 degrees, brightness and contrast jitter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56032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-num"/>
          <p:cNvSpPr/>
          <p:nvPr/>
        </p:nvSpPr>
        <p:spPr>
          <a:xfrm>
            <a:off x="566928" y="26334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2560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backbone with a new Dropout + Linear head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320040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-num"/>
          <p:cNvSpPr/>
          <p:nvPr/>
        </p:nvSpPr>
        <p:spPr>
          <a:xfrm>
            <a:off x="566928" y="327355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200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scheduler, early stopping; keep the best weights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-num"/>
          <p:cNvSpPr/>
          <p:nvPr/>
        </p:nvSpPr>
        <p:spPr>
          <a:xfrm>
            <a:off x="566928" y="391363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3840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once on 1,600 unseen images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and training setup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6166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ResNet18, ImageNet weights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Dropout 0.3 + Linear (4 outputs)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224 x 224, 3 channels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available as option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28016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6166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3e-4, weight decay 1e-4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loss, batch size 32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scheduler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 epochs, early stopping (patience 3)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kept = highest validation accuracy across the 5 folds (0.9973).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95.4% accuracy on unseen scans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743200" cy="32004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95.37%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0.953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test images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474720" y="118872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Glioma is the weak spot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25880"/>
            <a:ext cx="1965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precision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2606040" y="1325880"/>
            <a:ext cx="1965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0.830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recall</a:t>
            </a:r>
            <a:endParaRPr lang="en-US" sz="1400" dirty="0"/>
          </a:p>
        </p:txBody>
      </p:sp>
      <p:sp>
        <p:nvSpPr>
          <p:cNvPr id="9" name="icon-bg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1379" y="152521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2356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say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2057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68 of 400 gliomas were labelled as another class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class was mistaken for glioma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tumors are the costly error type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loss, stronger augmentation, a different backbone, and Grad-CAM to see where the model looks.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Predicting a single scan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25880"/>
            <a:ext cx="4846320" cy="265176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code/predict.py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 mri.jpg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--checkpoint best_model.pt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Predicted: &lt;class&gt; (&lt;confidence&gt;)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&lt;class&gt;    &lt;probability&gt;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00" dirty="0"/>
          </a:p>
        </p:txBody>
      </p:sp>
      <p:sp>
        <p:nvSpPr>
          <p:cNvPr id="5" name="icon-bg"/>
          <p:cNvSpPr/>
          <p:nvPr/>
        </p:nvSpPr>
        <p:spPr>
          <a:xfrm>
            <a:off x="56692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899" y="15252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1031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best_model.pt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same preprocessing as training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class and a probability for all four classes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Team and contributions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82880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issues, pull requests and commits in the team repository.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icon-bg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525219"/>
            <a:ext cx="241402" cy="241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glioma recall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explanations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by patient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Gradio or Streamlit demo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846320" y="1371600"/>
            <a:ext cx="3840480" cy="292608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0574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repo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repo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Scan">
  <a:themeElements>
    <a:clrScheme name="NeuroScan">
      <a:dk1>
        <a:srgbClr val="12202F"/>
      </a:dk1>
      <a:lt1>
        <a:srgbClr val="FFFFFF"/>
      </a:lt1>
      <a:dk2>
        <a:srgbClr val="0F3D4C"/>
      </a:dk2>
      <a:lt2>
        <a:srgbClr val="EAF3F5"/>
      </a:lt2>
      <a:accent1>
        <a:srgbClr val="0E9AA7"/>
      </a:accent1>
      <a:accent2>
        <a:srgbClr val="E4572E"/>
      </a:accent2>
      <a:accent3>
        <a:srgbClr val="F2B84B"/>
      </a:accent3>
      <a:accent4>
        <a:srgbClr val="5B7B8C"/>
      </a:accent4>
      <a:accent5>
        <a:srgbClr val="2E6F95"/>
      </a:accent5>
      <a:accent6>
        <a:srgbClr val="7FB7BE"/>
      </a:accent6>
      <a:hlink>
        <a:srgbClr val="0E9AA7"/>
      </a:hlink>
      <a:folHlink>
        <a:srgbClr val="5B7B8C"/>
      </a:folHlink>
    </a:clrScheme>
    <a:fontScheme name="NeuroSc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MRI Classification using CNN</dc:title>
  <dc:subject>PptxGenJS Presentation</dc:subject>
  <dc:creator>PptxGenJS</dc:creator>
  <cp:lastModifiedBy>PptxGenJS</cp:lastModifiedBy>
  <cp:revision>1</cp:revision>
  <dcterms:created xsi:type="dcterms:W3CDTF">2026-10-13T12:33:28Z</dcterms:created>
  <dcterms:modified xsi:type="dcterms:W3CDTF">2026-10-13T12:33:28Z</dcterms:modified>
</cp:coreProperties>
</file>